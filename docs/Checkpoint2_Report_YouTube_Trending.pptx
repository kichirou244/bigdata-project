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9EDD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ĐỒ ÁN 2 • CHECKPOINT REPORT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→ Ingestion → Raw Storage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Nhóm: YouTube Trending Analytics (4 thành viên)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Đề tài: Phân tích Xu hướng &amp; Tốc độ Tăng trưởng Video Thịnh hành YouTube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70332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commit/tag: 2d80b55 · tag checkpoint-2 (445621b)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80960" y="2331720"/>
            <a:ext cx="338328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45552" y="246888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QUY TẮC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45552" y="2862072"/>
            <a:ext cx="305409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Tối đa 4 phút. Mỗi slide phải có evidence: terminal, repo, raw file, manifest hoặc log.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update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Chỉ vẽ phần đã triển khai đến Checkpoint 2.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10698480" cy="3566160"/>
          </a:xfrm>
          <a:prstGeom prst="roundRect">
            <a:avLst>
              <a:gd name="adj" fmla="val 1282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011680"/>
            <a:ext cx="10369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SƠ ĐỒ ARCHITECTURE (phần đã triển khai đến Checkpoint 2)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404872"/>
            <a:ext cx="1036929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[ Kaggle CSV 8,59 GB ]  →  ingest_file.py  →  data/raw/…/run_…/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(113 quốc gia)          quality gate          + SHA-256 + manifest.json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split_csv.py  (chuẩn hóa 1 dòng = 1 record → 33 chunk)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Spark 3.5.1 local[*]  →  Parquet phân vùng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(region / year_month)     daily + summary = 341 MB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DuckDB  →  Streamlit dashboard   (P3, vượt yêu cầu)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Technology: Python 3.12 · JDK 17 · PySpark 3.5.1 · DuckDB · Streamlit · Parquet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Boundary của nhóm: môi trường + ingestion + raw storage (có bằng chứng chạy);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P3 transform &amp; dashboard làm thêm cho Buổi 7–8, không tính vào checkpoint này.</a:t>
            </a:r>
          </a:p>
        </p:txBody>
      </p:sp>
      <p:sp>
        <p:nvSpPr>
          <p:cNvPr id="8" name="Text 6"/>
          <p:cNvSpPr/>
          <p:nvPr/>
        </p:nvSpPr>
        <p:spPr>
          <a:xfrm>
            <a:off x="868680" y="562356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câu giải thích trade-off chính: máy cá nhân 16 GB RAM nên chạy Spark local[*] + chuẩn hóa CSV trước (1 dòng = 1 record) thay vì multiLine=true (phải nạp nguyên file 8,59 GB vào 1 task → OOM); cột description (~8 GB) giữ nguyên ở raw, chỉ drop ở tầng metric.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evidence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Chứng minh có thể tái tạo và chạy Spark.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34290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359152"/>
            <a:ext cx="474573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Dán screenshot hoặc output (logs/env_check.txt):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Python   : 3.12.10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JAVA_HOME: D:\Code\SDK\jdk\jdk-17.0.20.1+1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Java     : openjdk version "17.0.20.1"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Spark    : 3.5.1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Count    : 1000000 (mong đợi 1000000)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RESULT : PASS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→ smoke test chạy lại được, exit code 0 (22/10/2026)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COMMAND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359152"/>
            <a:ext cx="4745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python -m venv .venv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.venv\Scripts\pip install -r requirements.txt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.venv\Scripts\python.exe src\env_check.py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324612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338328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28232" y="3776472"/>
            <a:ext cx="4745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local[*] trên Windows (Spark 3.5.1 + JDK 17)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4663440"/>
            <a:ext cx="507492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480060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BLOCKER (nếu có)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5193792"/>
            <a:ext cx="4745736" cy="-64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Đã xử lý: thiếu winutils.exe (Spark ghi Parquet) → tự cấu hình HADOOP_HOME + PATH trong transform.py, không cài Hadoop hệ thống.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 &amp; ingestion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Nguồn dữ liệu phải cụ thể và job phải chạy được.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359152"/>
            <a:ext cx="4745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https://www.kaggle.com/datasets/asaniczka/trending-youtube-videos-113-countries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24612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338328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/ VERSION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3776472"/>
            <a:ext cx="4745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8.591.418.141 bytes (8,59 GB) · 6.094.047 record · 18 cột · 113 quốc gia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snapshot_date 2023-10-26 → 2026-10-20 (snapshot tải 2026-10-20)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SHA-256 4310930bd2d1… (đầy đủ trong manifest.json)</a:t>
            </a:r>
          </a:p>
        </p:txBody>
      </p:sp>
      <p:sp>
        <p:nvSpPr>
          <p:cNvPr id="11" name="Shape 9"/>
          <p:cNvSpPr/>
          <p:nvPr/>
        </p:nvSpPr>
        <p:spPr>
          <a:xfrm>
            <a:off x="777240" y="4663440"/>
            <a:ext cx="50749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480060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41832" y="5193792"/>
            <a:ext cx="4745736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Nguồn: Kaggle · license ODC-By · file gốc giữ ngoài repo, ingest = copy + hash + manifest (bytes, sha256, thời điểm) → truy ngược được từng byte trong raw.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1828800"/>
            <a:ext cx="507492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INGESTION EVIDENCE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2359152"/>
            <a:ext cx="474573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Command: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python src\ingest_file.py --source &lt;csv&gt; --dataset youtube_trending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Result (logs/ingest.log):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success | dataset=youtube_trending | run=run_20261020T143013Z | files=1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| bytes=8591418141 | sha256=4310930bd2d1… | status=success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manifest | data\raw\youtube_trending\…\manifest.json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storage &amp; manifest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path thật, không chỉ mô tả.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STORAGE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359152"/>
            <a:ext cx="474573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Path convention: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data/raw/&lt;dataset&gt;/ingest_date=YYYY-MM-DD/run_&lt;UTC_TIMESTAMP&gt;/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data/raw/youtube_trending/ingest_date=2026-10-20/run_20261020T143013Z/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├─ trending_yt_videos_113_countries.csv   (8.591.418.141 bytes)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└─ manifest.json                          (status: success)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Raw file size: 8.591.418.141 bytes (8,59 GB) – không rỗng, giữ nguyên bản gốc.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 / LOG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359152"/>
            <a:ext cx="474573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manifest.json (cạnh raw file) – trường quan trọng: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dataset       : youtube_trending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source        : trending_yt_videos_113_countries.csv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ingested_at   : 2026-10-20T14:30:13+00:00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bytes         : 8591418141   (khớp đúng file trên đĩa)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sha256        : 4310930bd2d1…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destination   : data/raw/youtube_trending/ingest_date=…/run_…/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records       : 6094047       (đếm chuẩn RFC4180)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status        : success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Log: logs/env_check.txt · logs/ingest.log · logs/transform.log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Rerun behavior, blocker &amp; next action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thúc bằng quyết định kỹ thuật rõ ràng.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NẾU CHẠY INGEST 3 LẦN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359152"/>
            <a:ext cx="47457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Mặc định --on-duplicate skip (idempotent theo SHA-256):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lần 1  → tạo run_… + copy + manifest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lần 2,3 → hash trùng → SKIP, raw KHÔNG đổi (log: duplicate_skip)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hash khác → run_id mới (append, không overwrite) | nguồn hỏng → fail-fast</a:t>
            </a:r>
          </a:p>
        </p:txBody>
      </p:sp>
      <p:sp>
        <p:nvSpPr>
          <p:cNvPr id="8" name="Shape 6"/>
          <p:cNvSpPr/>
          <p:nvPr/>
        </p:nvSpPr>
        <p:spPr>
          <a:xfrm>
            <a:off x="777240" y="349300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3630168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BLOCKER LỚN NHẤT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4023360"/>
            <a:ext cx="47457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 nguồn Plan B khác đề cương (thiếu category_id, description nhiều dòng) → adapter SRC_MAP + split_csv.py (đã xử lý).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Rủi ro còn lại: dung lượng 8,59 GB + nguồn cập nhật hằng ngày → phải chạy ingest snapshot mới để so sánh growth.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Owner: Phúc (transform) · Khánh Linh (Parquet/DuckDB)   Deadline: trước Buổi 7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28232" y="2359152"/>
            <a:ext cx="47457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Commit/tag: 2d80b55 · tag checkpoint-2 (445621b)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Raw/manifest/log: data/raw/youtube_trending/…/run_…/manifest.json · logs/*.log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349300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630168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TRƯỚC BUỔI 7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4023360"/>
            <a:ext cx="47457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1) Chạy ingest snapshot mới (nguồn cập nhật hằng ngày) để so sánh growth 2 kỳ.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2) Demo dashboard trực tiếp + chốt đề cương Đồ án 3 (ML / nâng cao).</a:t>
            </a:r>
          </a:p>
        </p:txBody>
      </p:sp>
      <p:sp>
        <p:nvSpPr>
          <p:cNvPr id="17" name="Text 15"/>
          <p:cNvSpPr/>
          <p:nvPr/>
        </p:nvSpPr>
        <p:spPr>
          <a:xfrm>
            <a:off x="914400" y="53492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DONE = evidence + commit + hiểu data flow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HUET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OpenAI</dc:creator>
  <cp:lastModifiedBy>OpenAI</cp:lastModifiedBy>
  <cp:revision>1</cp:revision>
  <dcterms:created xsi:type="dcterms:W3CDTF">2026-09-11T15:42:44Z</dcterms:created>
  <dcterms:modified xsi:type="dcterms:W3CDTF">2026-09-11T15:42:44Z</dcterms:modified>
</cp:coreProperties>
</file>