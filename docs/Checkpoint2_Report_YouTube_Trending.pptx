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D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2 • CHECKPOINT REPORT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→ Ingestion → Raw Storage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6903720" cy="207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5E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Nhóm: YouTube Trending Analytics (4 thành viên)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6903720" cy="207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5E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Đề tài: Phân tích Xu hướng &amp; Tốc độ Tăng trưởng Video Thịnh hành YouTube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6903720" cy="207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5E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commit/tag: tag checkpoint-2  (git log -1 checkpoint-2)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80960" y="2331720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5552" y="246888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 TẮC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45552" y="2862072"/>
            <a:ext cx="30540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Tối đa 4 phút. Mỗi slide phải có evidence: terminal, repo, raw file, manifest hoặc log.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 • 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update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Chỉ vẽ phần đã triển khai đến Checkpoint 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9848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11680"/>
            <a:ext cx="10369296" cy="1755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SƠ ĐỒ ARCHITECTURE (phần đã triển khai đến Checkpoint 2)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832506"/>
            <a:ext cx="10369296" cy="20891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[ Kaggle CSV 8,59 GB ]  →  ingest_file.py  →  data/raw/…/run_…/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(113 quốc gia)          quality gate          + SHA-256 + manifest.json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           ↓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split_csv.py  (chuẩn hóa 1 dòng = 1 record → 33 chunk)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           ↓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Spark 3.5.1 local[*]  →  Parquet phân vùng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(region / year_month)     daily + summary = 341 MB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           ↓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             DuckDB  →  Streamlit dashboard   (P3, vượt yêu cầu)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Technology: Python 3.12 · JDK 17 · PySpark 3.5.1 · DuckDB · Streamlit · Parquet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Boundary của nhóm: môi trường + ingestion + raw storage (có bằng chứng chạy);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P3 transform &amp; dashboard làm thêm cho Buổi 7–8, không tính vào checkpoint này.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5623560"/>
            <a:ext cx="10241280" cy="335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câu giải thích trade-off chính: máy cá nhân 16 GB RAM nên chạy Spark local[*] + chuẩn hóa CSV trước (1 dòng = 1 record) thay vì multiLine=true (phải nạp nguyên file 8,59 GB vào 1 task → OOM); cột description (~8 GB) giữ nguyên ở raw, chỉ drop ở tầng metric.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 • 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evidence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Chứng minh có thể tái tạo và chạy Spark.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959256"/>
            <a:ext cx="4745736" cy="1607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Output logs/env_check.txt: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Python   : 3.12.10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JAVA_HOME: D:\Code\SDK\jdk\jdk-17.0.20.1+1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Java     : openjdk version "17.0.20.1"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Spark    : 3.5.1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Count    : 1000000 (mong đợi 1000000)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RESULT   : PASS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→ smoke test chạy lại được, exit code 0 (22/10/2026)</a:t>
            </a:r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COMMAND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2367324"/>
            <a:ext cx="4745736" cy="459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python -m venv .venv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.venv\Scripts\pip install -r requirements.txt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.venv\Scripts\python.exe src\env_check.py</a:t>
            </a:r>
          </a:p>
        </p:txBody>
      </p:sp>
      <p:sp>
        <p:nvSpPr>
          <p:cNvPr id="11" name="Shape 9"/>
          <p:cNvSpPr/>
          <p:nvPr/>
        </p:nvSpPr>
        <p:spPr>
          <a:xfrm>
            <a:off x="6263640" y="324612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3926442"/>
            <a:ext cx="4745736" cy="1755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local[*] trên Windows (Spark 3.5.1 + JDK 17)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4663440"/>
            <a:ext cx="5074920" cy="9601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480060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BLOCKER (nếu có)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5166792"/>
            <a:ext cx="4745736" cy="319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Đã xử lý: thiếu winutils.exe (Spark ghi Parquet) → tự cấu hình HADOOP_HOME + PATH trong transform.py, không cài Hadoop hệ thống.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 • SLIDE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&amp; ingestion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 dữ liệu phải cụ thể và job phải chạy được.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749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513112"/>
            <a:ext cx="4745736" cy="1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https://www.kaggle.com/datasets/asaniczka/trending-youtube-videos-113-countries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5074920" cy="11887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38328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/ 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3820554"/>
            <a:ext cx="4745736" cy="4787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8.591.418.141 bytes (8,59 GB) · 6.094.047 record · 18 cột · 113 quốc gia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snapshot_date 2023-10-26 → 2026-10-20 (snapshot tải 2026-10-20)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4310930bd2d1… (đầy đủ trong manifest.json)</a:t>
            </a:r>
          </a:p>
        </p:txBody>
      </p:sp>
      <p:sp>
        <p:nvSpPr>
          <p:cNvPr id="11" name="Shape 9"/>
          <p:cNvSpPr/>
          <p:nvPr/>
        </p:nvSpPr>
        <p:spPr>
          <a:xfrm>
            <a:off x="777240" y="4663440"/>
            <a:ext cx="50749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480060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" y="5166792"/>
            <a:ext cx="4745736" cy="319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Nguồn: Kaggle · license ODC-By · file gốc giữ ngoài repo; ingest = copy + hash + manifest → truy ngược được từng byte trong raw.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07492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EVIDENCE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3349333"/>
            <a:ext cx="4745736" cy="918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Command: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python src\ingest_file.py --source &lt;csv&gt; --dataset youtube_trending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Result (logs/ingest.log):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success | files=1 | bytes=8591418141 | sha256=4310930bd2d1…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run=run_20261020T143013Z | status=success | manifest ghi ra raw/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 • SLIDE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storage &amp; manifest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path thật, không chỉ mô tả.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4864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STORAGE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3081499"/>
            <a:ext cx="5212080" cy="14539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Path convention:</a:t>
            </a:r>
            <a:endParaRPr lang="en-US" sz="13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data/raw/&lt;dataset&gt;/ingest_date=YYYY-MM-DD/run_&lt;UTC&gt;/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data/raw/youtube_trending/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ingest_date=2026-10-20/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run_20261020T143013Z/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├─ trending_yt_videos_113_countries.csv (8.591.418.141 bytes)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      └─ manifest.json                        (status: success)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Raw file size: 8.591.418.141 bytes (8,59 GB) – không rỗng, giữ nguyên bản gốc.</a:t>
            </a:r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07492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/ 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2813666"/>
            <a:ext cx="4745736" cy="1989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manifest.json (cạnh raw file) – trường quan trọng: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dataset       : youtube_trending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source        : trending_yt_videos_113_countries.csv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ingested_at   : 2026-10-20T14:30:13+00:00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bytes         : 8591418141   (khớp đúng file trên đĩa)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sha256        : 4310930bd2d1…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destination   : data/raw/youtube_trending/ingest_date=…/run_…/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records       : 6094047       (đếm chuẩn RFC4180)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status        : success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amendments[]  : 1 (ghi mọi thay đổi metadata, kèm mốc thời gian)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/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Log: logs/env_check.txt · logs/ingest.log · logs/transform.log</a:t>
            </a:r>
          </a:p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Đếm record: src/verify_raw_records.py (chuẩn RFC4180, 86,7 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 • SLIDE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Rerun behavior, blocker &amp; next action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thúc bằng quyết định kỹ thuật rõ ràng.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74920" cy="14173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CHẠY INGEST 3 LẦN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2393428"/>
            <a:ext cx="4745736" cy="72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Mặc định --on-duplicate skip (idempotent theo SHA-256):</a:t>
            </a:r>
            <a:endParaRPr lang="en-US" sz="13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lần 1   → tạo run_… + copy + manifest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  lần 2,3 → hash trùng → SKIP, raw KHÔNG đổi (log: duplicate_skip)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hash khác → run_id mới (append, không overwrite)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nguồn hỏng → fail-fast (exit 1), không tạo raw giả</a:t>
            </a:r>
          </a:p>
        </p:txBody>
      </p:sp>
      <p:sp>
        <p:nvSpPr>
          <p:cNvPr id="8" name="Shape 6"/>
          <p:cNvSpPr/>
          <p:nvPr/>
        </p:nvSpPr>
        <p:spPr>
          <a:xfrm>
            <a:off x="777240" y="3493008"/>
            <a:ext cx="5074920" cy="14173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630168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BLOCKER LỚN NHẤT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4062051"/>
            <a:ext cx="4745736" cy="7181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nguồn Plan B khác đề cương (thiếu category_id, description nhiều dòng) → adapter SRC_MAP + split_csv.py (đã xử lý).</a:t>
            </a:r>
            <a:endParaRPr lang="en-US" sz="13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còn lại: dung lượng 8,59 GB + nguồn cập nhật hằng ngày → phải chạy ingest snapshot mới để so sánh growth.</a:t>
            </a:r>
          </a:p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Phúc (transform) · Khánh Linh (Parquet/DuckDB)   Deadline: trước Buổi 7</a:t>
            </a:r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074920" cy="14173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96596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2538823"/>
            <a:ext cx="4745736" cy="436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Commit/tag: tag checkpoint-2  (git log -1 checkpoint-2)</a:t>
            </a:r>
            <a:endParaRPr lang="en-US" sz="13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Raw/manifest/log: data/raw/youtube_trending/…/run_…/manifest.json</a:t>
            </a:r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nsolas" pitchFamily="34" charset="0"/>
                <a:ea typeface="Aptos" pitchFamily="34" charset="-122"/>
                <a:cs typeface="Aptos" pitchFamily="34" charset="-120"/>
              </a:rPr>
              <a:t>logs/env_check.txt · logs/ingest.log · logs/transform.log</a:t>
            </a:r>
          </a:p>
        </p:txBody>
      </p:sp>
      <p:sp>
        <p:nvSpPr>
          <p:cNvPr id="14" name="Shape 12"/>
          <p:cNvSpPr/>
          <p:nvPr/>
        </p:nvSpPr>
        <p:spPr>
          <a:xfrm>
            <a:off x="6263640" y="3493008"/>
            <a:ext cx="5074920" cy="14173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630168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TRƯỚC BUỔI 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4269515"/>
            <a:ext cx="4745736" cy="30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Chạy ingest snapshot mới (nguồn cập nhật hằng ngày) để so sánh growth 2 kỳ.</a:t>
            </a:r>
            <a:endParaRPr lang="en-US" sz="13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Demo dashboard trực tiếp + chốt đề cương Đồ án 3 (ML / nâng cao).</a:t>
            </a:r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= evidence + commit + hiểu data flow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2026-09-11T15:42:44Z</dcterms:created>
  <dcterms:modified xsi:type="dcterms:W3CDTF">2026-09-11T15:42:44Z</dcterms:modified>
</cp:coreProperties>
</file>